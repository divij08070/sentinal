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(~30s). Namaste. We're team SENTINEL — Divij, Meet and Krish, Category 1. Every control room radios one question daily: where did this car go? Today that takes DAYS of scrubbing footage across departments. SENTINEL answers it in sixty seconds and ends with a document an officer takes to court. Hybrid Model 1 + 2/4, CPU-only, entirely open-source, on the cameras Gujarat already owns — zero new cameras.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IT DOES (~60s). Five steps. ONE register &amp; view — every department's cameras onboard from a live catalogue onto one GIS map, with metadata, health, CSV import/export, and a gap analysis that flags coverage blind-spots; live viewing of heterogeneous feeds, nothing hard-coded. TWO detect — CPU-only ANPR reads plates, each timestamped with a confidence. THREE correlate &amp; alert — every read checked against the watchlist; a match fires a real-time alert under a second with the camera's own frame. FOUR trace — search a plate, the timestamped route draws camera-by-camera with a physics filter. FIVE prove — one click exports a hash-sealed chain-of-custody dossier.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PROBLEMS SOLVED (~60s). Real pains, our answers. Fragmented, incompatible CCTV across 26 departments — one catalogue-driven registry, integrate not replace, mixed codecs handled. No view of where coverage is missing — a gap analysis flags under-covered districts and areas, with an exportable report. Days of manual search — plate in, route out in seconds. OCR misreads — recovered by the deterministic 'king' with shown confidence. Evidence that dies in court — a SHA-256 hash-chained dossier. Insider tampering — a hash-chained audit log; any edit breaks the chain. Scaling to 80,000 — video stays at the edge, only metadata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 STACK (~45s). Entirely open-source, CPU-only, no vendor lock, no GPU dependency — Make-in-India friendly. React + Leaflet front end; FastAPI + PostgreSQL back end, with the camera registry, gap analysis and CSV export. ANPR: YOLOv8n, a plate localizer, RapidOCR + Indian syntax gate, and the king. Streaming is RTSP over TCP, PTS-anchored. For scale: Docker, Kubernetes, a Kafka event bus (Redpanda), S3 object storage (SeaweedFS). Every piece free and replaceable.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(~60s). All measured. 30 government cameras onboarded live; the gap analysis maps them across 7 of 33 districts. OCR went from 1 correct read in 19 to 11, and the king recovered the true plate on 6 of 6 of the hardest cases. Alerts under a second. Production components proved: Postgres replication at 16 ms for DR; one Kafka broker at 15,600 events/s — 40x the state's load; object storage at the state's full snapshot rate. Tamper-evident evidence; computed scale — 150 TB of snapshots not 52 petabytes of video. 18 backend tests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WE ACHIEVED (~45s). Every mandatory module built and verified on live feeds — including a full Model 1 registry with metadata, gap analysis, CSV and department scope. Evidence-first by design — never asserts a read as fact; shows confidence, recovers misreads, explains via TrustTrace. We added the king for deterministic reconciliation, moved to PostgreSQL in a one-command Docker stack, and proved the production topology with real numbers. Honest and affordable — CPU-only, open-source, ~₹15-20 crore statewide, zero new cameras.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 (~45s). The roadmap, proven not just drawn. Sharper OCR via perspective rectification and a multi-engine ensemble. Detections onto the Kafka bus we already benchmarked. A Postgres replica and a DR site. Audit-logged, read-only adapters for VAHAN/SARTHI/eGujCop. Edge and regional inference across ~30 PoPs on GSWAN. A phased rollout — 500, 5,000, 25,000, 80,000 cameras — new analytics at software-only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(~30s). In one sentence: plate to court in sixty seconds, on the cameras Gujarat already owns. Zero new cameras, CPU-only, open-source, evidence-first. Thank you — Divij, Meet and Krish. We're glad to take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GUJARAT POLICE CCTV HACKATHON 2026  ·  CATEGORY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Arial"/>
              </a:rPr>
              <a:t>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1">
                <a:solidFill>
                  <a:srgbClr val="F5A623"/>
                </a:solidFill>
                <a:latin typeface="Arial"/>
              </a:rPr>
              <a:t>Plate to court in sixty seconds — on the cameras Gujarat already owns.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6EDF7"/>
                </a:solidFill>
                <a:latin typeface="Arial"/>
              </a:rPr>
              <a:t>A unified CCTV registry, GIS, live viewing, CPU-only ANPR, watchlist alerts, route reconstruction and court-ready evidence — integrating heterogeneous feeds from 26 departments without replacing a single camera.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61772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E6EDF7"/>
                </a:solidFill>
                <a:latin typeface="Arial"/>
              </a:rPr>
              <a:t>Hybrid Model 1 + 2/4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461772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E6EDF7"/>
                </a:solidFill>
                <a:latin typeface="Arial"/>
              </a:rPr>
              <a:t>CPU-only · open-source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617720"/>
            <a:ext cx="269748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E6EDF7"/>
                </a:solidFill>
                <a:latin typeface="Arial"/>
              </a:rPr>
              <a:t>SHA-256 evidence dossier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FA1BC"/>
                </a:solidFill>
                <a:latin typeface="Arial"/>
              </a:rPr>
              <a:t>TEAM:  </a:t>
            </a:r>
            <a:r>
              <a:rPr sz="1300" b="0" i="0">
                <a:solidFill>
                  <a:srgbClr val="E6EDF7"/>
                </a:solidFill>
                <a:latin typeface="Arial"/>
              </a:rPr>
              <a:t>Divij Patel · Meet Patel · Krish Patel</a:t>
            </a:r>
            <a:r>
              <a:rPr sz="1300" b="0" i="0">
                <a:solidFill>
                  <a:srgbClr val="8FA1BC"/>
                </a:solidFill>
                <a:latin typeface="Arial"/>
              </a:rPr>
              <a:t>   ·   vatsunp11@gmail.com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Type a registration number, get a court-ready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1338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8FA1BC"/>
                </a:solidFill>
                <a:latin typeface="Arial"/>
              </a:rPr>
              <a:t>One platform: register · view · detect · correlate · trace · prove.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1201400" cy="8412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11095"/>
            <a:ext cx="30175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1 · REGISTER &amp;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892807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6EDF7"/>
                </a:solidFill>
                <a:latin typeface="Arial"/>
              </a:rPr>
              <a:t>Catalogue-driven registry + GIS map of every department's cameras — metadata, health, CSV import/export, and a gap analysis that flags coverage blind-spots. Live viewing of heterogeneous feeds; nothing hard-coded, nothing replaced.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11201400" cy="84124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25496"/>
            <a:ext cx="30175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2 · DETECT (ANPR)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07208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6EDF7"/>
                </a:solidFill>
                <a:latin typeface="Arial"/>
              </a:rPr>
              <a:t>CPU-only vehicle detection + plate reading on the live feed, every read PTS-timestamped with a displayed confidence.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11880"/>
            <a:ext cx="11201400" cy="8412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39896"/>
            <a:ext cx="30175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3 · CORRELATE &amp; ALERT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721608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6EDF7"/>
                </a:solidFill>
                <a:latin typeface="Arial"/>
              </a:rPr>
              <a:t>Each read checked against the watchlist; a match fires a real-time alert in under a second with the camera's own frame.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26280"/>
            <a:ext cx="11201400" cy="84124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54296"/>
            <a:ext cx="30175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4 · TRACE THE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36008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6EDF7"/>
                </a:solidFill>
                <a:latin typeface="Arial"/>
              </a:rPr>
              <a:t>Search a plate → the timestamped, camera-by-camera route on the GIS map, with a physics filter rejecting impossible hops.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440680"/>
            <a:ext cx="11201400" cy="8412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568696"/>
            <a:ext cx="30175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5 · PROVE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550408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6EDF7"/>
                </a:solidFill>
                <a:latin typeface="Arial"/>
              </a:rPr>
              <a:t>One click exports a SHA-256 hash-chained chain-of-custody dossier — the document an officer attaches to a charge sheet.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PROBLEMS SOLVED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The control-room pain, and how SENTINEL answers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965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Fragmented, incompatible CCTV (26 depts)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854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One catalogue-driven registry + GIS; integrate don't replace; mixed H.264/H.265 and vendors handled per-camera.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91640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1965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No view of where coverage is missing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854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A gap analysis flags districts and areas with inadequate CCTV — with an exportable report for planning.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62072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99008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Days of manual footage scrubbing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5584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Plate in → timestamped multi-camera route out in seconds.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862072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99008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OCR misreads on real CCTV plates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35584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RapidOCR + a deterministic grammar-aware arbiter (“the king”) + confidence + TrustTrace.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32504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605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Evidence that dies before court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5262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SHA-256 hash-chained dossier; snapshots bound by hash; operator identity on every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032504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1605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Insider tampering with records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5262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Append-only, hash-chained audit log — any edit breaks the chain and is caught on verify.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02936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3309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Scaling to 80,000 cameras / 160 Gbps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6967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Edge-first: video stays on departmental NVRs; ~1–3 Kbps of metadata travels upstream.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5202936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53309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Vendor lock-in and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967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CPU-only, all open-source; GPUs optional; Make-in-India procurement path.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All open-source, CPU-only, no vendor lock, no GPU dependency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37944"/>
            <a:ext cx="3209544" cy="1856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Frontend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React 18 + Vite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Leaflet GIS map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HLS video (hls.js)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Real-time alerts over WebSocket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9164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837944"/>
            <a:ext cx="3209544" cy="1856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Backend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Python 3.12 · FastAPI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SQLAlchemy ORM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WebSockets (live alerts)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fpdf2 (evidence dossier)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69164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1837944"/>
            <a:ext cx="3209544" cy="1856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Data &amp; registry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PostgreSQL + PostGIS (prod)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Camera registry + gap analysis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CSV import/export · dept scope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Hash-chained audit · SHA-256 dossier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77639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123944"/>
            <a:ext cx="3209544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4D399"/>
                </a:solidFill>
                <a:latin typeface="Arial"/>
              </a:rPr>
              <a:t>AI / ANPR (CPU)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YOLOv8n vehicle detection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Plate localizer (ONNX)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RapidOCR + Indian syntax gate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“The king” — deterministic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   grammar-aware arbiter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977639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4123944"/>
            <a:ext cx="3209544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Streaming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RTSP forced over TCP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ffmpeg HLS relay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PTS-anchored timestamps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Reconnect w/ backoff 2→30 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977639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4123944"/>
            <a:ext cx="3209544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Infra &amp; scale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Docker + Docker Compose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Kubernetes manifests + HPA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Redpanda (Kafka API) event bus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SeaweedFS (S3 object storage)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Measured, not asserted — on live government feeds and a running PoC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965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34D399"/>
                </a:solidFill>
                <a:latin typeface="Arial"/>
              </a:rPr>
              <a:t>30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5000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gov cameras onboarded live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916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1965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F5A623"/>
                </a:solidFill>
                <a:latin typeface="Arial"/>
              </a:rPr>
              <a:t>1 → 11 / 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35000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ANPR exact reads (RapidOCR)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6916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81965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34D399"/>
                </a:solidFill>
                <a:latin typeface="Arial"/>
              </a:rPr>
              <a:t>6 /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35000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fail cases the king recovered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1691640"/>
            <a:ext cx="283464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1819656"/>
            <a:ext cx="2834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34D399"/>
                </a:solidFill>
                <a:latin typeface="Arial"/>
              </a:rPr>
              <a:t>&lt; 1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2350008"/>
            <a:ext cx="2651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watchlist alert, real-time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2608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05409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F5A623"/>
                </a:solidFill>
                <a:latin typeface="Arial"/>
              </a:rPr>
              <a:t>16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58444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Postgres replication lag (DR)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292608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305409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F5A623"/>
                </a:solidFill>
                <a:latin typeface="Arial"/>
              </a:rPr>
              <a:t>15,600/s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58444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Kafka events · 1.7 ms p50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292608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305409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34D399"/>
                </a:solidFill>
                <a:latin typeface="Arial"/>
              </a:rPr>
              <a:t>~40×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58444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statewide event headroom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0" y="2926080"/>
            <a:ext cx="283464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3054096"/>
            <a:ext cx="2834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F5A623"/>
                </a:solidFill>
                <a:latin typeface="Arial"/>
              </a:rPr>
              <a:t>345/s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3584448"/>
            <a:ext cx="2651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SeaweedFS object writes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4398264"/>
            <a:ext cx="5084064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4D399"/>
                </a:solidFill>
                <a:latin typeface="Arial"/>
              </a:rPr>
              <a:t>Evidence &amp; trust (built)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Tamper-evident audit — hash chain, verifiable by recomputation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SHA-256 chain-of-custody dossier, snapshots bound by hash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TrustTrace: confidence, cross-read agreement, cloned-plate flag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Physics filter rejects impossible hops with a plain reason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251960"/>
            <a:ext cx="5532120" cy="19202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4398264"/>
            <a:ext cx="5129783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Registry &amp; scale (computed)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Gap analysis: 30 cameras mapped across 7 of 33 districts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Edge-first: 160 Gbps video → ~80–240 Mbps events statewide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150 TB of snapshots vs ~52 PB/month of video (rejected)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18 backend tests passing; full Docker stack on PostgreSQL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WHAT WE ACHIEVED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A working, honest, production-shaped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37944"/>
            <a:ext cx="5084064" cy="18105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4D399"/>
                </a:solidFill>
                <a:latin typeface="Arial"/>
              </a:rPr>
              <a:t>Complete &amp; verified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Every mandatory module built and running on live feeds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Model 1 registry: metadata · gap analysis · CSV · dept scope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ANPR · watchlist · alerts · route + physics · dossier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18 backend tests pass; clean-clone quickstart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837944"/>
            <a:ext cx="5129783" cy="18105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Evidence-first, by design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Never asserts a read as fact — confidence on everything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Confusion-tolerant matcher recovers OCR misreads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TrustTrace explains every result for human verification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Tamper-evident audit + hash-chained dossier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31920"/>
            <a:ext cx="5486400" cy="224028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078224"/>
            <a:ext cx="5084064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4D399"/>
                </a:solidFill>
                <a:latin typeface="Arial"/>
              </a:rPr>
              <a:t>Engineering we added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“The king” — deterministic, open-source plate reconciliation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RapidOCR + Indian-plate syntax gate (10-char capable)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SQLite → PostgreSQL; full Docker one-command deploy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Production-component PoC: replica + Kafka + object store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31920"/>
            <a:ext cx="5532120" cy="224028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4078224"/>
            <a:ext cx="5129783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Honest &amp; affordable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CPU-only core — GPUs optional, Make-in-India friendly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All open-source; no vendor lock, no LLM dependency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~₹15–20 cr statewide capex; zero new cameras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Built vs designed stated plainly throughout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FUTURE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The roadmap — proven by the PoC, not just drawn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92938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Sharper OCR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1343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Perspective rectification of angled plates, a multi-engine ensemble, and optional super-resolution — all feeding the king, all CPU/open-source.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92938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Event bus in the live 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31343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Move detections onto the Kafka (Redpanda) bus that the PoC already proved at 40× statewide headroom — buffering, fan-out, replay.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4612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39242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DR &amp; object 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377647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PostgreSQL streaming replica + a DR site (16 ms lag demonstrated); snapshots to S3 object storage (SeaweedFS).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24612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324612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39242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Authorised DB integration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77647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Read-only, audit-logged adapters for VAHAN / SARTHI / eGujCop — owner, licence and FIR-linked watchlist auto-population.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70916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70916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" y="485546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Edge / regional tiering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23951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Inference at ~30 regional PoPs on GSWAN; edge boxes only for thin rural links. Video never crosses the backbone.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70916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72200" y="470916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485546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Phased statewide rollout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523951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500 → 5,000 → 25,000 → 80,000 cameras, with new analytics (crowd, anomaly) at software-only marginal cost.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743200"/>
            <a:ext cx="12191695" cy="27432"/>
          </a:xfrm>
          <a:prstGeom prst="roundRect">
            <a:avLst>
              <a:gd name="adj" fmla="val 0"/>
            </a:avLst>
          </a:prstGeom>
          <a:solidFill>
            <a:srgbClr val="2A3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822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Plate to court in sixty seconds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5A623"/>
                </a:solidFill>
                <a:latin typeface="Arial"/>
              </a:rPr>
              <a:t>on the cameras Gujarat already owns.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8FA1BC"/>
                </a:solidFill>
                <a:latin typeface="Arial"/>
              </a:rPr>
              <a:t>Zero new cameras.  CPU-only.  Open-source.  Evidence-first.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6EDF7"/>
                </a:solidFill>
                <a:latin typeface="Arial"/>
              </a:rPr>
              <a:t>Divij Patel · Meet Patel · Krish Patel</a:t>
            </a:r>
            <a:r>
              <a:rPr sz="1300" b="0" i="0">
                <a:solidFill>
                  <a:srgbClr val="8FA1BC"/>
                </a:solidFill>
                <a:latin typeface="Arial"/>
              </a:rPr>
              <a:t>   ·   Gujarat Police CCTV Hackathon 2026 · Category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Gujarat Police CCTV Hackathon 2026</dc:title>
  <dc:subject>Gujarat Police CCTV Hackathon 2026 — Category 1, Team</dc:subject>
  <dc:creator>Divij Patel, Meet Patel, Krish Patel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