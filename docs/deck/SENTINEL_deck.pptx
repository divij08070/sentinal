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GUJARAT POLICE CCTV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to Court in 60 Seconds — the Evidence Machine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this car go?" — answered from the judges' own plate number to a court-admissible, hash-sealed evidence dossier in under a minute. On the ~30-camera government sandbox grid, on the cameras Gujarat already owns.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model:  1 (Registry &amp; GIS)  +  2/4 (unified viewing + central AI analytics + watchlist alerts)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60-SECOND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beats, one arc — the exact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121408" cy="3291840"/>
          </a:xfrm>
          <a:prstGeom prst="roundRect">
            <a:avLst>
              <a:gd name="adj" fmla="val 2586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COLD OPEN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84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~30 government feeds live on one pane of glass. Health board green, per-feed Kbps counters visible.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2121408" cy="3291840"/>
          </a:xfrm>
          <a:prstGeom prst="roundRect">
            <a:avLst>
              <a:gd name="adj" fmla="val 2586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874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THE ASK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377440"/>
            <a:ext cx="184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reads a plate. Typed once. Route animates camera-by-camera: timestamps, plate-crop evidence, confidence chips.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83480" y="1737360"/>
            <a:ext cx="2121408" cy="3291840"/>
          </a:xfrm>
          <a:prstGeom prst="roundRect">
            <a:avLst>
              <a:gd name="adj" fmla="val 2586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874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PROOF OF LIFE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377440"/>
            <a:ext cx="184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plate crosses a live camera - watchlist alert fires, operator acks, ack lands in the audit log on screen.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1737360"/>
            <a:ext cx="2121408" cy="3291840"/>
          </a:xfrm>
          <a:prstGeom prst="roundRect">
            <a:avLst>
              <a:gd name="adj" fmla="val 2586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874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CHAOS BEAT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377440"/>
            <a:ext cx="184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kill a feed on purpose. Amber -&gt; reconnecting -&gt; green. The same backoff code that survives the sandbox loops.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64040" y="1737360"/>
            <a:ext cx="2121408" cy="3291840"/>
          </a:xfrm>
          <a:prstGeom prst="roundRect">
            <a:avLst>
              <a:gd name="adj" fmla="val 2586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1874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PLATE TO COURT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377440"/>
            <a:ext cx="184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click: chain-of-custody PDF - hashed frames, GPS/timestamp table, operator identity. Handed to the panel, printed.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is rehearsed cold-start daily; beat 2 is never canned — the judge-plate trace is always live.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1 — THE GOVERNMENT TEST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judge-plate trace, proven on the real grid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766560" cy="3657600"/>
          </a:xfrm>
          <a:prstGeom prst="roundRect">
            <a:avLst>
              <a:gd name="adj" fmla="val 1500"/>
            </a:avLst>
          </a:prstGeom>
          <a:solidFill>
            <a:srgbClr val="1B2740"/>
          </a:solidFill>
          <a:ln w="12700">
            <a:solidFill>
              <a:srgbClr val="3A4C6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2971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SLOT
</a:t>
            </a:r>
            <a:pPr algn="ctr"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tab: designated plate -&gt; numbered timestamped route polyline on the GIS map (capture from the Sept 5 golden run on the government sandbox)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206240" cy="3657600"/>
          </a:xfrm>
          <a:prstGeom prst="roundRect">
            <a:avLst>
              <a:gd name="adj" fmla="val 15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evidence — measured, not hoped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1488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Real-grid ANPR run (Sept 2): full capture-&gt;YOLO-&gt;OCR-&gt;API chain live on 4 sandbox cameras — measured read-rate log committed as docs/EVIDENCE.md.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confusion-tolerant matcher (0/O, 1/I, 5/S, 8/B) recovers misreads at ranked confidence — a hole for exact-match teams, a sighting for us.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PTS-anchored timestamps survive the sandbox's deliberately looping feeds — no route with time running backwards.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Score-sheet line: identify, trace and present the designated vehicle's complete timestamped route  -&gt;  demo beat 2.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5 — ANALYTICS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you what the system refused to believe —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3749040"/>
          </a:xfrm>
          <a:prstGeom prst="roundRect">
            <a:avLst>
              <a:gd name="adj" fmla="val 1463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REJECTED 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1B2740"/>
          </a:solidFill>
          <a:ln w="12700">
            <a:solidFill>
              <a:srgbClr val="3A4C6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SLOT
</a:t>
            </a:r>
            <a:pPr algn="ctr"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hop on the map + tooltip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"Implied speed 214 km/h over 3.1 km — physically impossible, discarded as false ANPR match." A physics filter over GIS distance / PTS time; retro-rejection guard stops a false FIRST sighting from poisoning the route.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86400" cy="3749040"/>
          </a:xfrm>
          <a:prstGeom prst="roundRect">
            <a:avLst>
              <a:gd name="adj" fmla="val 1463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0.93 RECOVERY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1B2740"/>
          </a:solidFill>
          <a:ln w="12700">
            <a:solidFill>
              <a:srgbClr val="3A4C6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53796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SLOT
</a:t>
            </a:r>
            <a:pPr algn="ctr"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 card: raw read GJ01A81234 -&gt; matched GJ01AB1234 @ 0.93, flagged fuzzy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misreads 8 for B — an exact-match system shows a hole. SENTINEL shows a recovered sighting at displayed confidence: ranked, flagged, never silently merged. An all-fuzzy route says so in a banner before the table.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Uncounterfeitable: proves the system models vehicles moving through the world, not strings matching in a database.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EVIDENCE DOSSIER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treated as evidence, not bounding boxes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3840480"/>
          </a:xfrm>
          <a:prstGeom prst="roundRect">
            <a:avLst>
              <a:gd name="adj" fmla="val 1429"/>
            </a:avLst>
          </a:prstGeom>
          <a:solidFill>
            <a:srgbClr val="1B2740"/>
          </a:solidFill>
          <a:ln w="12700">
            <a:solidFill>
              <a:srgbClr val="3A4C6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SLOT
</a:t>
            </a:r>
            <a:pPr algn="ctr"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dossier.pdf page 1: custody header, hash-sealed sightings table, red certified-negative banner variant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1600200"/>
            <a:ext cx="5577840" cy="3840480"/>
          </a:xfrm>
          <a:prstGeom prst="roundRect">
            <a:avLst>
              <a:gd name="adj" fmla="val 1429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6364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one click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4884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chain: every sighting row sealed over its content + previous row; snapshots bound by JPEG-byte hash; tampering breaks the chain on recomputation.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GPS / timestamp table + per-sighting frame snapshots (Appendix A).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operator identity + append-only query audit trail — the export cites its own audit entry.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Zero-sighting probe? A red banner certifies the ABSENCE of evidence — never an official-looking dossier about nothing.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export IS the mandatory timestamped location-wise movement report — one artifact, two criteria.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evidence in India routinely dies between control room and charge sheet. This is the slide for the NFSU seat.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3 — HIGH-LEVEL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edge architecture: video stays where it lives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12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80,000 CAMERAS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departments' existing CCTV + DVR/NVRs — untouched, video never leaves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21031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2212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/ REGIONAL PoPs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60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PoPs decode + run ANPR locally (GPU tier); per-camera health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52360" y="210312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CENTRE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5603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GIS, watchlist correlation, route engine, evidence dossier, audit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606040"/>
            <a:ext cx="384048" cy="36576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 only)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86600" y="2606040"/>
            <a:ext cx="384048" cy="36576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~1-3 Kbps/cam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97764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across 26 departments via the catalogue registry API — nothing hard-coded, cameras/ids can change and we absorb it.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path with the same contracts: SQLite -&gt; PostgreSQL+PostGIS, REST -&gt; Kafka topics, threads -&gt; K8s per PoP (HLD §6.5).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Gateway-rule compliance table in the README: every portal rule -&gt; the file and line that implements it.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HLD: 12 sections, deployment + DR, VAHAN/SARTHI/eGujCop readiness — submitted as PDF.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6 — THE 80,000-CAMERA ARITHMETIC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not asserted — and measured live on the health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CENTRALIZED (the wrong way)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Gbps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cams x 2 Mbps of video into one site — unbuildable on GSWAN, pointless to build.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EDGE-FIRST (SENTINEL)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194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80–240 Mbps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metadata only: ~1–3 Kbps/camera upstream. A 650x–2,000x reduction; video stays on departmental NVRs.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1B2740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 on the board: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camera-health panel shows BOTH numbers measured — per-feed video Kbps staying at the edge next to the measured detection-metadata Kbps actually travelling upstream.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architecture + measured ratios on one machine, not a deployed fleet.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4 — PLATFORM MATURITY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2 a.m. shift, failure handling demonstrated on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93392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8013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BOARD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7830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Per-feed measured FPS, last-frame age, reconnect count, live Kbps — problem feeds sort first.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17520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282549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KILL-A-FEED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80720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cut a feed live: green -&gt; amber -&gt; reconnecting -&gt; green. Backoff-reconnect + loop-discontinuity reset, rehearsed daily.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9896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41648"/>
            <a:ext cx="310896" cy="3108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38496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WORKFLOW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83133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alerts with audible ping; acknowledge lands in the append-only audit log on screen.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764024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65776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48737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 ROLES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4855464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Token-authenticated viewer / operator / admin gate watchlist changes, acks and dossier export; identity on the dossier comes from the token, never a spoofable header.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Triple-layer fallback for the venue: DEMO_MODE flag, fully local 50-cam gateway, one dress run entirely offline.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SLIDE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 single new camera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806440" cy="3931920"/>
          </a:xfrm>
          <a:prstGeom prst="roundRect">
            <a:avLst>
              <a:gd name="adj" fmla="val 139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statewide capex (HLD §11, ±30%)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40280"/>
          <a:ext cx="5349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3152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inference servers (8x L4, 2U)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7–9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PoP compute/network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3–4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cluster + storage + 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4–6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(open-source core)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(excl. cameras/NVRs)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15–20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48920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Phasing: P1 pilot — one commissionerate, ~2,000 cams, ~Rs 1.5 cr, validates every ratio -&gt; P2 four cities -&gt; P3 statewide.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37960" y="164592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874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3–7k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EXISTING camera to bring it onto SENTINEL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Rs 25k+ per new camera installed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7033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never leaves departmental storage — no new backhaul.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trace: 8–16 operator-hours of manual NVR review -&gt; a sub-second query.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 amortizes future analytics at software-only cost.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CRITERIA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lines, six proofs — no unproven ticks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55648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2821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550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correlation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655064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physics-filtered rejected hop + retro-rejection guard — demo beat 2, regression-tested (make test).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6888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44144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3682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/ audit / RBAC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368296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cited BY the dossier; token-authenticated 3-role gate on mutations/ack/export; token identity on the custody PDF. IAM/DPDP integration: design provision (HLD §7).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82112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1546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815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bandwidth efficiency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3081528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health board live: per-feed video Kbps at the edge vs measured metadata Kbps upstream (650x–2,000x).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739896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9534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86791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7947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Camera-health monitoring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794760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Per-feed FPS / frame-age / reconnects / uptime board + the on-stage kill-a-feed recovery — demo beat 4.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53128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608576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58114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5079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Existing-infrastructure reuse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4507992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cameras; departmental DVR/NVRs untouched; Rs 3–7k per existing camera — the cost slide.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16636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321808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29437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2212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5221224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watchlist alert + audible ping + ack-to-audit — demo beat 3; fuzzy-bait entry proves confusion-tolerant matching fires.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 is captioned with the demo beat or artifact that proves it — transcribable straight into the rubric.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7 — COMPLETENESS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map — everything the checklist asks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01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(PDF + source), one slide per weighted criterion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801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12-section design doc, rendered PDF: architecture, 80k scaling, security, VAHAN/SARTHI readiness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27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x2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747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Own-feed 2–3 min trailer of the demo arc + government-feed run closing on the generated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127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747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location-wise movement report = the dossier export itself (PDF + machine-verifiable JSON)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53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00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+ access verified; clean-clone quickstart tested; make test regression suite; docs/EVIDENCE.md real-grid 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453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00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rehearsed daily; triple-layer offline fallback; second imaged machine carried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before noon on Sept 7 — never at the deadline.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"Plate to court in sixty seconds 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cameras Gujarat already owns."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Gujarat Police CCTV Hackathon 2026  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2026-09-02T06:20:30Z</dcterms:created>
  <dcterms:modified xsi:type="dcterms:W3CDTF">2026-09-02T06:20:30Z</dcterms:modified>
</cp:coreProperties>
</file>